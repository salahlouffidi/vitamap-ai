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VitaMap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Transforming supplement labels into 3D body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Users struggle to understand supplement facts labels</a:t>
            </a:r>
          </a:p>
        </p:txBody>
      </p:sp>
      <p:pic>
        <p:nvPicPr>
          <p:cNvPr id="4" name="Picture 3" descr="7IaO1H7GyHHKodKtxjKH2LIi0kbBdQHVGLSm_A6z2j3TVv5MVl2QzOpSI5Wuhndy_WhcaO6AGDZ0AIEoDLiAzyxAl54ZYtEkhwVe55a1lIDA4AhLc65rVWuQmNOHRo4S4WusKjDlzG9I5HTP6FG3ObQiRMU3OZ-oQzumIoNzS50czVdGKSg24MReKsv-hYK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572000" cy="4803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 uploads supplement label image</a:t>
            </a:r>
          </a:p>
        </p:txBody>
      </p:sp>
      <p:pic>
        <p:nvPicPr>
          <p:cNvPr id="4" name="Picture 3" descr="7IaO1H7GyHHKodKtxjKH2LIi0kbBdQHVGLSm_A6z2j3TVv5MVl2QzOpSI5Wuhndy_WhcaO6AGDZ0AIEoDLiAzyxAl54ZYtEkhwVe55a1lIDA4AhLc65rVWuQmNOHRo4S4WusKjDlzG9I5HTP6FG3ObQiRMU3OZ-oQzumIoNzS50czVdGKSg24MReKsv-hYK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572000" cy="4803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OCR → Vitamin Detection → RAG → AI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3D human body visualization showing vitamin effects</a:t>
            </a:r>
          </a:p>
        </p:txBody>
      </p:sp>
      <p:pic>
        <p:nvPicPr>
          <p:cNvPr id="4" name="Picture 3" descr="ChatGPT Image May 1, 2026, 09_27_2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572000" cy="3656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Improves understanding and safer supplement use</a:t>
            </a:r>
          </a:p>
        </p:txBody>
      </p:sp>
      <p:pic>
        <p:nvPicPr>
          <p:cNvPr id="4" name="Picture 3" descr="ChatGPT Image May 1, 2026, 09_27_2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572000" cy="3656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